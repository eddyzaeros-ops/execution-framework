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731520" y="1600200"/>
          <a:ext cx="6217920" cy="466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54480"/>
                <a:gridCol w="1554480"/>
                <a:gridCol w="1554480"/>
                <a:gridCol w="1554480"/>
              </a:tblGrid>
              <a:tr h="38862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38862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38862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38862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38862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38862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38862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38862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38862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38862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38862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38862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7132320" y="1600200"/>
            <a:ext cx="429768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This is side-by-side layout!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