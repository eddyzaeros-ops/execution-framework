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10332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0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0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0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2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2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2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3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3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3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4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4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4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5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5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5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6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6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6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7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7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7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8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8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8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9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9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9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10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10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10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11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11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11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12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12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12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13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13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13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14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14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14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15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15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15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16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16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16 Col 2</a:t>
                      </a:r>
                    </a:p>
                  </a:txBody>
                  <a:tcPr marT="25400" marB="25400" marL="25400" marR="2540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17 Col 0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17 Col 1</a:t>
                      </a:r>
                    </a:p>
                  </a:txBody>
                  <a:tcPr marT="25400" marB="25400" marL="25400" marR="25400"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Row 17 Col 2</a:t>
                      </a:r>
                    </a:p>
                  </a:txBody>
                  <a:tcPr marT="25400" marB="25400" marL="25400" marR="254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